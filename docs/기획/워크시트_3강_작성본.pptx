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오늘은 코드를 한 줄도 치지 않습니다. 이 문서가 4회차 스캐폴딩의 설계도가 됩니다.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서비스 정의서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한 문장 — (외국인 유학생)은(는) (한국어 분리배출 규정을 몰라서) 때문에 (분리배출)이 불편합니다.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8528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한 명 (구체적으로)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 유학생 A씨 — 자취 3개월차, 한국어 초급, 원룸촌 거주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기능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기반 다국어 품목 검색 (사진 선택 → 배출 방법 즉시 표시)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기능 2 (없으면 비움)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분리수거장 QR 현장가이드 (QR 스캔 시 앱 설치 없이 그 자리에서 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소개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사진만 보고 골라도 내 언어로 3초 안에 배출법을 알려주는 서비스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8953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않을 것 3개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41879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(1) AI 카메라로 쓰레기를 자동 인식·분류하는 기능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44439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(2) 위치 기반 지도로 분리수거장을 찾아주는 기능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47000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(3) 주민 제보·신고 게시판 기능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화면 흐름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과업을 완료하는 최소 화면으로. 3~4개를 권장합니다.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338328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이름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하는 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선택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한국어·영어 등 지원 언어 중 하나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검색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검색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버릴 물건과 비슷한 아이콘을 그리드에서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언어로 배출 방법·요일·주의사항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화면 복귀 (종료)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(선택)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스캔 진입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분리수거장에 부착된 QR코드를 스캔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구조 문서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화면마다 세 줄씩 적습니다.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2860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진입 시 언어 선택, 상단에서 언제든 변경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언어를 저장해 모든 화면의 텍스트를 자동으로 치환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언어 목록, 언어별 UI 문자열 JSON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아이콘 그리드에서 버릴 물건과 비슷한 것을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선택된 품목 ID로 배출 규정 데이터를 조회해 결과 화면으로 연결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리스트 JSON (품목명·아이콘·카테고리·언어별 설명)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인포그래픽 카드로 배출 방법·요일·주의사항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ID 또는 QR 장소 ID에 맞는 콘텐츠를 렌더링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품목별 배출 규정 상세, 장소별 배출 요일 데이터(QR용)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 검토 기록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계획 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/ 수정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252374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한 줄 소개를 소리 내 읽어봤을 때 자연스럽다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77977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LMS 3회차 과제란에 워크시트 제출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2026-07-29T15:22:02Z</dcterms:created>
  <dcterms:modified xsi:type="dcterms:W3CDTF">2026-07-29T15:22:02Z</dcterms:modified>
</cp:coreProperties>
</file>
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200" b="1">
                <a:solidFill>
                  <a:srgbClr val="ff5d00"/>
                </a:solidFill>
                <a:latin typeface="맑은 고딕"/>
                <a:ea typeface="맑은 고딕"/>
                <a:cs typeface="맑은 고딕"/>
              </a:rPr>
              <a:t>2강 워크시트</a:t>
            </a:r>
            <a:r>
              <a:rPr lang="en-US" sz="1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·  팀빌딩과 문제 발굴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11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팀명: 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85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/ 5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95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✏️ 워크시트 1은 팀 확정 전 개인 기록입니다. 팀 확정 후에는 팀 단위로 작성합니다.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3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워크시트 1 · 1분 피칭 기록 (개인)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25603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05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내 소개 문장 — 저는 폐배터리·보조배터리 위험 진단에 관심이 있고, </a:t>
            </a:r>
            <a:r>
              <a:rPr lang="ko-KR" altLang="en-US" sz="105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분위기 읽는 걸</a:t>
            </a:r>
            <a:r>
              <a:rPr lang="en-US" sz="105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잘합니다. 1회차엔 </a:t>
            </a:r>
            <a:r>
              <a:rPr lang="ko-KR" altLang="en-US" sz="105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전국 카페 아이스티 최저가 분석</a:t>
            </a:r>
            <a:r>
              <a:rPr lang="en-US" sz="105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을 만들었습니다.</a:t>
            </a:r>
            <a:endParaRPr lang="en-US" sz="105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1938528"/>
          <a:ext cx="8230743" cy="1097280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3110103"/>
                <a:gridCol w="2377440"/>
              </a:tblGrid>
              <a:tr h="292608"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기억에 남는 사람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관심 문제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</a:tr>
              <a:tr h="402336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이상화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재난 대피 안전교육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02336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임성빈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프로그램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툴 활용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19125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21792" y="3163824"/>
            <a:ext cx="8065008" cy="32918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3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팀 정보</a:t>
            </a:r>
            <a:endParaRPr lang="en-US" sz="1350"/>
          </a:p>
        </p:txBody>
      </p:sp>
      <p:graphicFrame>
        <p:nvGraphicFramePr>
          <p:cNvPr id="16" name="Table 1"/>
          <p:cNvGraphicFramePr>
            <a:graphicFrameLocks noGrp="1"/>
          </p:cNvGraphicFramePr>
          <p:nvPr/>
        </p:nvGraphicFramePr>
        <p:xfrm>
          <a:off x="457200" y="3566160"/>
          <a:ext cx="8229600" cy="1335024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5486400"/>
              </a:tblGrid>
              <a:tr h="292608"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</a:tr>
              <a:tr h="347472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팀명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altLang="ko-KR" sz="1000">
                          <a:latin typeface="맑은 고딕"/>
                          <a:ea typeface="맑은 고딕"/>
                          <a:cs typeface="맑은 고딕"/>
                        </a:rPr>
                        <a:t>404</a:t>
                      </a:r>
                      <a:endParaRPr lang="en-US" altLang="ko-KR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47472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팀원 (4~5인)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윤종근</a:t>
                      </a:r>
                      <a:r>
                        <a:rPr lang="en-US" altLang="ko-KR" sz="1000">
                          <a:latin typeface="맑은 고딕"/>
                          <a:ea typeface="맑은 고딕"/>
                          <a:cs typeface="맑은 고딕"/>
                        </a:rPr>
                        <a:t>,</a:t>
                      </a: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 이상화</a:t>
                      </a:r>
                      <a:r>
                        <a:rPr lang="en-US" altLang="ko-KR" sz="1000">
                          <a:latin typeface="맑은 고딕"/>
                          <a:ea typeface="맑은 고딕"/>
                          <a:cs typeface="맑은 고딕"/>
                        </a:rPr>
                        <a:t>,</a:t>
                      </a: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 최가은</a:t>
                      </a:r>
                      <a:r>
                        <a:rPr lang="en-US" altLang="ko-KR" sz="1000">
                          <a:latin typeface="맑은 고딕"/>
                          <a:ea typeface="맑은 고딕"/>
                          <a:cs typeface="맑은 고딕"/>
                        </a:rPr>
                        <a:t>,</a:t>
                      </a: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 유하민</a:t>
                      </a:r>
                      <a:r>
                        <a:rPr lang="en-US" altLang="ko-KR" sz="1000">
                          <a:latin typeface="맑은 고딕"/>
                          <a:ea typeface="맑은 고딕"/>
                          <a:cs typeface="맑은 고딕"/>
                        </a:rPr>
                        <a:t>,</a:t>
                      </a: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47472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등록 완료 (웹 또는 팀 보드)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팀빌딩과 문제 발굴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후보와 근거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3개, 후보마다 신뢰할 수 있는 근거와 출처를 붙입니다.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19456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문제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사실·통계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딥페이크 음성 사칭 방어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5년간 국내 보이스피싱 피해액이 4조원을 넘어 이전 15년치 합계를 넘어섰고, 기관사칭 건수는 2025년 1만3,323건(2016년의 약 4배, 역대 최다)으로 딥페이크 음성 사기도 함께 늘고 있다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https://www.e-focus.co.kr/news/articleView.html?idxno=3002383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폐배터리·보조배터리 위험 진단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서울에서만 이달 최소 6건의 보조배터리 화재·발연 사고가 발생했지만 소방청은 관련 통계조차 관리하지 않고 있으며, 2025년 8월 마포구에서는 배터리팩 폭발로 2명이 사망했다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https://www.khan.co.kr/article/202605200600121/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딥페이크 채용사기 (가짜 지원자·대리면접)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가트너는 2028년까지 전체 구직자의 1/4이 AI로 신원·경력을 위조한 "가짜 지원자"일 수 있다고 경고했고, HR업체 피놈은 일부 직무에서 면접의 10~30%에 이런 사기가 개입된다고 밝혔다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https://www.itworld.co.kr/article/3966363/%EB%A9%B4%EC%A0%91%EB%8F%84-%EC%8B%A0%EC%9B%90%EB%8F%84-%EC%A1%B0%EC%9E%91%EC%83%9D%EC%84%B1%ED%98%95-ai%EB%A1%9C-%EB%A7%8C%EB%93%A0-%EA%B0%80%EC%A7%9C-%EC%A7%81%EC%9B%90.html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200" b="1">
                <a:solidFill>
                  <a:srgbClr val="ff5d00"/>
                </a:solidFill>
                <a:latin typeface="맑은 고딕"/>
                <a:ea typeface="맑은 고딕"/>
                <a:cs typeface="맑은 고딕"/>
              </a:rPr>
              <a:t>2강 워크시트</a:t>
            </a:r>
            <a:r>
              <a:rPr lang="en-US" sz="1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·  팀빌딩과 문제 발굴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11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팀명: 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85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 / 5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3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워크시트 3 · 과제 풀 매칭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0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준비된 과제 풀 10개와 우리 후보를 비교합니다. 직접 발굴한 주제도 인정됩니다.</a:t>
            </a:r>
            <a:endParaRPr lang="en-US" sz="10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481328"/>
          <a:ext cx="8229600" cy="2316480"/>
        </p:xfrm>
        <a:graphic>
          <a:graphicData uri="http://schemas.openxmlformats.org/drawingml/2006/table">
            <a:tbl>
              <a:tblGrid>
                <a:gridCol w="1188720"/>
                <a:gridCol w="548640"/>
                <a:gridCol w="2377440"/>
                <a:gridCol w="1188720"/>
                <a:gridCol w="548640"/>
                <a:gridCol w="2377440"/>
              </a:tblGrid>
              <a:tr h="292608"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풀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겹침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풀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겹침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</a:tr>
              <a:tr h="402336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돌봄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전통시장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02336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의원-요양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농어촌 교통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02336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채용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☑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제안: 후보3(AI 딥페이크 채용사기·가짜 지원자)와 겹침 - 팀 확인 필요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관광-숙박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02336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소상공인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농업 판로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02336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품질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200" b="1">
                <a:solidFill>
                  <a:srgbClr val="ff5d00"/>
                </a:solidFill>
                <a:latin typeface="맑은 고딕"/>
                <a:ea typeface="맑은 고딕"/>
                <a:cs typeface="맑은 고딕"/>
              </a:rPr>
              <a:t>2강 워크시트</a:t>
            </a:r>
            <a:r>
              <a:rPr lang="en-US" sz="1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·  팀빌딩과 문제 발굴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11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팀명: 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85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 / 5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3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최종 후보와 고른 이유</a:t>
            </a:r>
            <a:endParaRPr lang="en-US" sz="135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188720"/>
          <a:ext cx="8229600" cy="1298448"/>
        </p:xfrm>
        <a:graphic>
          <a:graphicData uri="http://schemas.openxmlformats.org/drawingml/2006/table">
            <a:tbl>
              <a:tblGrid>
                <a:gridCol w="2377440"/>
                <a:gridCol w="5852160"/>
              </a:tblGrid>
              <a:tr h="292608"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후보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고른 이유 (실현 가능성 · 팀 관심도)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</a:tr>
              <a:tr h="502920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502920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2615184"/>
            <a:ext cx="8138160" cy="23774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05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☐   멘토에게 최종 컨펌을 받았다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200" b="1">
                <a:solidFill>
                  <a:srgbClr val="ff5d00"/>
                </a:solidFill>
                <a:latin typeface="맑은 고딕"/>
                <a:ea typeface="맑은 고딕"/>
                <a:cs typeface="맑은 고딕"/>
              </a:rPr>
              <a:t>2강 워크시트</a:t>
            </a:r>
            <a:r>
              <a:rPr lang="en-US" sz="1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·  팀빌딩과 문제 발굴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11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팀명: 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85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 / 5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3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워크시트 4 · 역할표와 팀 규칙</a:t>
            </a:r>
            <a:endParaRPr lang="en-US" sz="135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188720"/>
          <a:ext cx="8229600" cy="1609344"/>
        </p:xfrm>
        <a:graphic>
          <a:graphicData uri="http://schemas.openxmlformats.org/drawingml/2006/table">
            <a:tbl>
              <a:tblPr firstRow="1" bandRow="1"/>
              <a:tblGrid>
                <a:gridCol w="2194560"/>
                <a:gridCol w="1645920"/>
                <a:gridCol w="4389120"/>
              </a:tblGrid>
              <a:tr h="292608"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담당자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이번 주 할 일 1개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</a:tr>
              <a:tr h="329184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 및 리서치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임성빈</a:t>
                      </a:r>
                      <a:r>
                        <a:rPr lang="en-US" altLang="ko-KR" sz="1000">
                          <a:latin typeface="맑은 고딕"/>
                          <a:ea typeface="맑은 고딕"/>
                          <a:cs typeface="맑은 고딕"/>
                        </a:rPr>
                        <a:t>,</a:t>
                      </a: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 이상화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딮리서치한 내용 다시 한번 리터러시하기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29184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마케팅 (어필 포인트)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유하민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경쟁사와 어떤차별점이 있는지 조사하기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29184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최가은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다른 어플 디자인 예시 찾아보기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29184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발표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윤종근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정리한 내용 복습하기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457200" y="2926080"/>
          <a:ext cx="8229600" cy="1280160"/>
        </p:xfrm>
        <a:graphic>
          <a:graphicData uri="http://schemas.openxmlformats.org/drawingml/2006/table">
            <a:tbl>
              <a:tblPr firstRow="1" bandRow="1"/>
              <a:tblGrid>
                <a:gridCol w="2194560"/>
                <a:gridCol w="6035040"/>
              </a:tblGrid>
              <a:tr h="292608"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규칙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팀의 약속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</a:tr>
              <a:tr h="329184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 (수단·응답 시간)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카카오톡 단톡방 · 24시간 내 응답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29184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방식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다수결, 동수면 팀장 결정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29184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결석 시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ko-KR" altLang="en-US" sz="1000">
                          <a:latin typeface="맑은 고딕"/>
                          <a:ea typeface="맑은 고딕"/>
                          <a:cs typeface="맑은 고딕"/>
                        </a:rPr>
                        <a:t>사전 공지 + 회의록 확인 후 본인 몫 보완</a:t>
                      </a:r>
                      <a:endParaRPr lang="ko-KR" alt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392</ep:Words>
  <ep:PresentationFormat>On-screen Show (16:9)</ep:PresentationFormat>
  <ep:Paragraphs>26</ep:Paragraphs>
  <ep:Slides>5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Theme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2026-07-29T15:22:02.000</dcterms:created>
  <dc:creator>PptxGenJS</dc:creator>
  <cp:lastModifiedBy>yjs25</cp:lastModifiedBy>
  <dcterms:modified xsi:type="dcterms:W3CDTF">2026-08-05T07:45:32.624</dcterms:modified>
  <cp:revision>9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
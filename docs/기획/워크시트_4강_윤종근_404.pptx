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상화 이" userId="85f790d109299f53" providerId="LiveId" clId="{4D19C06D-206B-4DD6-A1C7-3D35D78C5EFA}"/>
    <pc:docChg chg="modSld">
      <pc:chgData name="상화 이" userId="85f790d109299f53" providerId="LiveId" clId="{4D19C06D-206B-4DD6-A1C7-3D35D78C5EFA}" dt="2026-08-12T06:49:39.494" v="368" actId="14100"/>
      <pc:docMkLst>
        <pc:docMk/>
      </pc:docMkLst>
      <pc:sldChg chg="modSp mod">
        <pc:chgData name="상화 이" userId="85f790d109299f53" providerId="LiveId" clId="{4D19C06D-206B-4DD6-A1C7-3D35D78C5EFA}" dt="2026-08-12T06:49:24.859" v="365" actId="14100"/>
        <pc:sldMkLst>
          <pc:docMk/>
          <pc:sldMk cId="0" sldId="256"/>
        </pc:sldMkLst>
        <pc:spChg chg="mod">
          <ac:chgData name="상화 이" userId="85f790d109299f53" providerId="LiveId" clId="{4D19C06D-206B-4DD6-A1C7-3D35D78C5EFA}" dt="2026-08-12T06:49:24.859" v="365" actId="14100"/>
          <ac:spMkLst>
            <pc:docMk/>
            <pc:sldMk cId="0" sldId="256"/>
            <ac:spMk id="3" creationId="{00000000-0000-0000-0000-000000000000}"/>
          </ac:spMkLst>
        </pc:spChg>
        <pc:graphicFrameChg chg="modGraphic">
          <ac:chgData name="상화 이" userId="85f790d109299f53" providerId="LiveId" clId="{4D19C06D-206B-4DD6-A1C7-3D35D78C5EFA}" dt="2026-08-12T05:46:22.033" v="359" actId="20577"/>
          <ac:graphicFrameMkLst>
            <pc:docMk/>
            <pc:sldMk cId="0" sldId="256"/>
            <ac:graphicFrameMk id="12" creationId="{00000000-0000-0000-0000-000000000000}"/>
          </ac:graphicFrameMkLst>
        </pc:graphicFrameChg>
      </pc:sldChg>
      <pc:sldChg chg="modSp mod">
        <pc:chgData name="상화 이" userId="85f790d109299f53" providerId="LiveId" clId="{4D19C06D-206B-4DD6-A1C7-3D35D78C5EFA}" dt="2026-08-12T06:49:30.277" v="366" actId="14100"/>
        <pc:sldMkLst>
          <pc:docMk/>
          <pc:sldMk cId="0" sldId="257"/>
        </pc:sldMkLst>
        <pc:spChg chg="mod">
          <ac:chgData name="상화 이" userId="85f790d109299f53" providerId="LiveId" clId="{4D19C06D-206B-4DD6-A1C7-3D35D78C5EFA}" dt="2026-08-12T06:49:30.277" v="366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상화 이" userId="85f790d109299f53" providerId="LiveId" clId="{4D19C06D-206B-4DD6-A1C7-3D35D78C5EFA}" dt="2026-08-12T06:48:54.629" v="363" actId="1076"/>
          <ac:spMkLst>
            <pc:docMk/>
            <pc:sldMk cId="0" sldId="257"/>
            <ac:spMk id="10" creationId="{00000000-0000-0000-0000-000000000000}"/>
          </ac:spMkLst>
        </pc:spChg>
        <pc:graphicFrameChg chg="modGraphic">
          <ac:chgData name="상화 이" userId="85f790d109299f53" providerId="LiveId" clId="{4D19C06D-206B-4DD6-A1C7-3D35D78C5EFA}" dt="2026-08-12T06:46:59.792" v="360" actId="14734"/>
          <ac:graphicFrameMkLst>
            <pc:docMk/>
            <pc:sldMk cId="0" sldId="257"/>
            <ac:graphicFrameMk id="9" creationId="{00000000-0000-0000-0000-000000000000}"/>
          </ac:graphicFrameMkLst>
        </pc:graphicFrameChg>
      </pc:sldChg>
      <pc:sldChg chg="modSp mod">
        <pc:chgData name="상화 이" userId="85f790d109299f53" providerId="LiveId" clId="{4D19C06D-206B-4DD6-A1C7-3D35D78C5EFA}" dt="2026-08-12T06:49:34.467" v="367" actId="14100"/>
        <pc:sldMkLst>
          <pc:docMk/>
          <pc:sldMk cId="0" sldId="258"/>
        </pc:sldMkLst>
        <pc:spChg chg="mod">
          <ac:chgData name="상화 이" userId="85f790d109299f53" providerId="LiveId" clId="{4D19C06D-206B-4DD6-A1C7-3D35D78C5EFA}" dt="2026-08-12T06:49:34.467" v="367" actId="14100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상화 이" userId="85f790d109299f53" providerId="LiveId" clId="{4D19C06D-206B-4DD6-A1C7-3D35D78C5EFA}" dt="2026-08-12T06:49:39.494" v="368" actId="14100"/>
        <pc:sldMkLst>
          <pc:docMk/>
          <pc:sldMk cId="0" sldId="259"/>
        </pc:sldMkLst>
        <pc:spChg chg="mod">
          <ac:chgData name="상화 이" userId="85f790d109299f53" providerId="LiveId" clId="{4D19C06D-206B-4DD6-A1C7-3D35D78C5EFA}" dt="2026-08-12T06:49:39.494" v="368" actId="14100"/>
          <ac:spMkLst>
            <pc:docMk/>
            <pc:sldMk cId="0" sldId="25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740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기획 코칭과 스캐폴딩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59" y="201168"/>
            <a:ext cx="11038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404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solidFill>
            <a:srgbClr val="F7F7F7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66928" y="804672"/>
            <a:ext cx="8010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✏️ 오늘의 목표는 범위 확정과 첫 화면 하나입니다.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2710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21792" y="12435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1 · 멘토 코칭 메모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1792" y="1609344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들은 대로 적지 말고 분류해서 적습니다.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9868"/>
              </p:ext>
            </p:extLst>
          </p:nvPr>
        </p:nvGraphicFramePr>
        <p:xfrm>
          <a:off x="457200" y="1938528"/>
          <a:ext cx="8229600" cy="3060192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멘토 피드백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반영 / 보류 / 거절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외국인 유학생을 어떻게 모집할지 생각해봐라 + 나라마다 홈페이지 디자인이 다르니 UI가 이질적이지 않게 표현해야 한다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유학생이 스스로 앱을 찾게 하는 대신 집주인이 QR·알림톡을 세입자에게 전달하는 B2B2C 유통 구조로 반영. 디자인은 국가별로 따로 만들지 않고 ISO 7001류 문화중립적 픽토그램으로 통일해 이질감 문제 해결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귀찮음을 덜어주는 기능, 사진 찍거나 자국어로 물어보는 챗봇을 넣어라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반영(형태 수정)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자유 텍스트/사진 인식 챗봇은 3주·무전담개발자 조건에서 API 비용·오분류 리스크가 커서 원안 그대로는 보류. 백엔드 없이 구현 가능한 FAQ 버튼형 챗 UI(유학생용)와 카톡 말풍선 스타일 알림톡 생성기(집주인용)로 저비용 대체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시나리오를 구체적으로 잡아 진짜 문제를 찾아라, 사람들이 진짜 원하는 게 뭔지 확인해라, 우리 앱을 쓸 수밖에 없는 이유를 추가해라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대안 문제(임대차 계약·보증금 분쟁·소음 등)를 근거 기반으로 비교 검토했으나 분리배출이 여전히 최선임을 확인. 페르소나(집주인 김OO씨·세입자 응웬OO씨)와 구체적 시나리오로 재정의하고, '쓸 수밖에 없는 이유'는 집주인이 입주 계약 시 QR·알림톡을 강제로 전달하는 유통 구조로 확보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기획 코칭과 스캐폴딩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59" y="201168"/>
            <a:ext cx="120178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404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2 · MVP 범위표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167204"/>
              </p:ext>
            </p:extLst>
          </p:nvPr>
        </p:nvGraphicFramePr>
        <p:xfrm>
          <a:off x="457200" y="1188720"/>
          <a:ext cx="8229600" cy="199339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 (이번에 만든다)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아이콘/사진 기반 품목 검색(30개) · 오늘의 배출 요일 3초 신호등 · FAQ 버튼형 챗 UI(유학생용) · QR 현장 가이드(시연용) · 인포그래픽 카드 UI · 집주인용 다국어 알림톡 생성기(쓰레기 2 + 퇴실 1, 카톡 말풍선 UI)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9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나중 (아이디어톤 뒤에)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집주인 알림톡 공지사항 카테고리 확장(방역 등 +2개) · 배달용기 우선 노출 · 보증금/민원 안내 카피 다듬기 · 언어 확대(태국어·몽골어) · AI 카메라 인식 · 위치기반 지도 · 자유 텍스트/음성 챗봇(LLM 연동) · 대학·지자체 연계 B2G 확장 · 집주인 실제 섭외 및 QR 실배포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버림 (하지 않는다)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웹 배포(Vercel 등) 및 QR 실물 인쇄·부착 · 외부 사용자(실제 유학생·집주인) 대상 검증(팀 내부 테스트로 대체) · 비자·등록금 등 학사 일정 통합 · 방역·수도·소음·주차 등 알림톡 카테고리 무제한 확장(5개 템플릿 상한 고정)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02128" y="3218688"/>
            <a:ext cx="73723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화면 개수: 4개 (언어 선택 · 메인/아이콘 검색 · 결과 카드[QR·카톡링크 공용] · 집주인 전용 탭)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057400" y="3493008"/>
            <a:ext cx="66294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기획 코칭과 스캐폴딩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59" y="201168"/>
            <a:ext cx="108340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404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3 · 화면 설계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29819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집주인이 상황 버튼(쓰레기 배출·퇴실 청소·공지사항) 클릭 후 4개국어 문장을 카톡으로 복사·발송, 건물 QR 다운로드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선택된 상황 ID로 알림톡 템플릿을 4개국어 조합 문장으로 렌더링, 클립보드 복사 로직 처리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집주인 알림톡 템플릿 JSON(5개×4개국어), 건물별 QR 이미지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 선택 후 오늘의 요일 신호등 확인, FAQ 퀵버튼 또는 아이콘 그리드에서 품목 선택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언어를 저장해 전체 화면 텍스트 자동 치환, 요일 데이터로 신호등 렌더링, 선택된 품목/FAQ로 결과 카드 라우팅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 리스트 JSON(30개), 언어별 UI 문자열, 요일별 배출 규칙, FAQ 질문·답변 데이터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 스캔 또는 집주인이 보낸 카톡 링크로 진입해 배출 규정·공지사항을 선택 언어로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쿼리 파라미터(장소 ID 또는 알림 카테고리 ID)에 따라 분기해 3초 이내 콘텐츠 렌더링, 하나의 컴포넌트로 두 진입경로 공용 처리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품목별 배출 규정 상세, 장소별 배출 요일 데이터(QR용), 집주인 알림톡 콘텐츠(공유)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기획 코칭과 스캐폴딩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111605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404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화면 완료 체크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1188720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올바른 팀 폴더에서 실행했다 (pwd 확인)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44475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생성 전에 계획을 읽고 승인했다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170078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브라우저에 첫 화면이 떴다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19568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터미널에 에러가 없다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21284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화면을 캡처해 워크시트에 붙였다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5237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폴더 위치 (팀원 전원이 알 것):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29000" y="2761488"/>
            <a:ext cx="52578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723</Words>
  <Application>Microsoft Office PowerPoint</Application>
  <PresentationFormat>화면 슬라이드 쇼(16:9)</PresentationFormat>
  <Paragraphs>65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상화 이</cp:lastModifiedBy>
  <cp:revision>1</cp:revision>
  <dcterms:created xsi:type="dcterms:W3CDTF">2026-07-29T15:22:02Z</dcterms:created>
  <dcterms:modified xsi:type="dcterms:W3CDTF">2026-08-12T06:49:39Z</dcterms:modified>
</cp:coreProperties>
</file>
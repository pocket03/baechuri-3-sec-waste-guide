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24CB0-96C5-4574-85BD-95F1F9F5F22F}" v="4" dt="2026-08-12T09:16:30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화 이" userId="85f790d109299f53" providerId="LiveId" clId="{4D19C06D-206B-4DD6-A1C7-3D35D78C5EFA}"/>
    <pc:docChg chg="addSld modSld">
      <pc:chgData name="상화 이" userId="85f790d109299f53" providerId="LiveId" clId="{4D19C06D-206B-4DD6-A1C7-3D35D78C5EFA}" dt="2026-08-12T09:32:12.765" v="373" actId="14100"/>
      <pc:docMkLst>
        <pc:docMk/>
      </pc:docMkLst>
      <pc:sldChg chg="modSp mod">
        <pc:chgData name="상화 이" userId="85f790d109299f53" providerId="LiveId" clId="{4D19C06D-206B-4DD6-A1C7-3D35D78C5EFA}" dt="2026-08-12T09:16:42.367" v="367" actId="14100"/>
        <pc:sldMkLst>
          <pc:docMk/>
          <pc:sldMk cId="0" sldId="256"/>
        </pc:sldMkLst>
        <pc:spChg chg="mod">
          <ac:chgData name="상화 이" userId="85f790d109299f53" providerId="LiveId" clId="{4D19C06D-206B-4DD6-A1C7-3D35D78C5EFA}" dt="2026-08-12T09:16:42.367" v="367" actId="14100"/>
          <ac:spMkLst>
            <pc:docMk/>
            <pc:sldMk cId="0" sldId="256"/>
            <ac:spMk id="3" creationId="{00000000-0000-0000-0000-000000000000}"/>
          </ac:spMkLst>
        </pc:spChg>
        <pc:graphicFrameChg chg="modGraphic">
          <ac:chgData name="상화 이" userId="85f790d109299f53" providerId="LiveId" clId="{4D19C06D-206B-4DD6-A1C7-3D35D78C5EFA}" dt="2026-08-12T05:46:22.033" v="359" actId="20577"/>
          <ac:graphicFrameMkLst>
            <pc:docMk/>
            <pc:sldMk cId="0" sldId="256"/>
            <ac:graphicFrameMk id="12" creationId="{00000000-0000-0000-0000-000000000000}"/>
          </ac:graphicFrameMkLst>
        </pc:graphicFrameChg>
      </pc:sldChg>
      <pc:sldChg chg="modSp mod">
        <pc:chgData name="상화 이" userId="85f790d109299f53" providerId="LiveId" clId="{4D19C06D-206B-4DD6-A1C7-3D35D78C5EFA}" dt="2026-08-12T09:16:46.114" v="368" actId="14100"/>
        <pc:sldMkLst>
          <pc:docMk/>
          <pc:sldMk cId="0" sldId="257"/>
        </pc:sldMkLst>
        <pc:spChg chg="mod">
          <ac:chgData name="상화 이" userId="85f790d109299f53" providerId="LiveId" clId="{4D19C06D-206B-4DD6-A1C7-3D35D78C5EFA}" dt="2026-08-12T09:16:46.114" v="36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상화 이" userId="85f790d109299f53" providerId="LiveId" clId="{4D19C06D-206B-4DD6-A1C7-3D35D78C5EFA}" dt="2026-08-12T09:07:16.400" v="360" actId="14100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상화 이" userId="85f790d109299f53" providerId="LiveId" clId="{4D19C06D-206B-4DD6-A1C7-3D35D78C5EFA}" dt="2026-08-12T09:16:50.785" v="369" actId="14100"/>
        <pc:sldMkLst>
          <pc:docMk/>
          <pc:sldMk cId="0" sldId="258"/>
        </pc:sldMkLst>
        <pc:spChg chg="mod">
          <ac:chgData name="상화 이" userId="85f790d109299f53" providerId="LiveId" clId="{4D19C06D-206B-4DD6-A1C7-3D35D78C5EFA}" dt="2026-08-12T09:16:50.785" v="369" actId="14100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상화 이" userId="85f790d109299f53" providerId="LiveId" clId="{4D19C06D-206B-4DD6-A1C7-3D35D78C5EFA}" dt="2026-08-12T09:32:12.765" v="373" actId="14100"/>
        <pc:sldMkLst>
          <pc:docMk/>
          <pc:sldMk cId="0" sldId="259"/>
        </pc:sldMkLst>
        <pc:spChg chg="mod">
          <ac:chgData name="상화 이" userId="85f790d109299f53" providerId="LiveId" clId="{4D19C06D-206B-4DD6-A1C7-3D35D78C5EFA}" dt="2026-08-12T09:32:12.765" v="373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상화 이" userId="85f790d109299f53" providerId="LiveId" clId="{4D19C06D-206B-4DD6-A1C7-3D35D78C5EFA}" dt="2026-08-12T09:16:34.862" v="366" actId="14100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상화 이" userId="85f790d109299f53" providerId="LiveId" clId="{4D19C06D-206B-4DD6-A1C7-3D35D78C5EFA}" dt="2026-08-12T09:16:26.607" v="363"/>
          <ac:spMkLst>
            <pc:docMk/>
            <pc:sldMk cId="0" sldId="259"/>
            <ac:spMk id="16" creationId="{D4D8B7B1-480E-16A0-2263-10BCB31127C3}"/>
          </ac:spMkLst>
        </pc:spChg>
      </pc:sldChg>
      <pc:sldChg chg="addSp modSp new mod">
        <pc:chgData name="상화 이" userId="85f790d109299f53" providerId="LiveId" clId="{4D19C06D-206B-4DD6-A1C7-3D35D78C5EFA}" dt="2026-08-12T09:32:01.851" v="372"/>
        <pc:sldMkLst>
          <pc:docMk/>
          <pc:sldMk cId="1959916861" sldId="260"/>
        </pc:sldMkLst>
        <pc:picChg chg="add mod">
          <ac:chgData name="상화 이" userId="85f790d109299f53" providerId="LiveId" clId="{4D19C06D-206B-4DD6-A1C7-3D35D78C5EFA}" dt="2026-08-12T09:32:01.851" v="372"/>
          <ac:picMkLst>
            <pc:docMk/>
            <pc:sldMk cId="1959916861" sldId="260"/>
            <ac:picMk id="3" creationId="{F3DD6BE0-BA55-D20C-2193-23F4F87459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4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08748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오늘의 목표는 범위 확정과 첫 화면 하나입니다.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멘토 코칭 메모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대로 적지 말고 분류해서 적습니다.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868"/>
              </p:ext>
            </p:extLst>
          </p:nvPr>
        </p:nvGraphicFramePr>
        <p:xfrm>
          <a:off x="457200" y="1938528"/>
          <a:ext cx="8229600" cy="306019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/ 보류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 유학생을 어떻게 모집할지 생각해봐라 + 나라마다 홈페이지 디자인이 다르니 UI가 이질적이지 않게 표현해야 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유학생이 스스로 앱을 찾게 하는 대신 집주인이 QR·알림톡을 세입자에게 전달하는 B2B2C 유통 구조로 반영. 디자인은 국가별로 따로 만들지 않고 ISO 7001류 문화중립적 픽토그램으로 통일해 이질감 문제 해결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귀찮음을 덜어주는 기능, 사진 찍거나 자국어로 물어보는 챗봇을 넣어라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반영(형태 수정)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텍스트/사진 인식 챗봇은 3주·무전담개발자 조건에서 API 비용·오분류 리스크가 커서 원안 그대로는 보류. 백엔드 없이 구현 가능한 FAQ 버튼형 챗 UI(유학생용)와 카톡 말풍선 스타일 알림톡 생성기(집주인용)로 저비용 대체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시나리오를 구체적으로 잡아 진짜 문제를 찾아라, 사람들이 진짜 원하는 게 뭔지 확인해라, 우리 앱을 쓸 수밖에 없는 이유를 추가해라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문제(임대차 계약·보증금 분쟁·소음 등)를 근거 기반으로 비교 검토했으나 분리배출이 여전히 최선임을 확인. 페르소나(집주인 김OO씨·세입자 응웬OO씨)와 구체적 시나리오로 재정의하고, '쓸 수밖에 없는 이유'는 집주인이 입주 계약 시 QR·알림톡을 강제로 전달하는 유통 구조로 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09972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MVP 범위표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9933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(이번에 만든다)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아이콘/사진 기반 품목 검색(30개) · 오늘의 배출 요일 3초 신호등 · FAQ 버튼형 챗 UI(유학생용) · QR 현장 가이드(시연용) · 인포그래픽 카드 UI · 집주인용 다국어 알림톡 생성기(쓰레기 2 + 퇴실 1, 카톡 말풍선 UI)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 (아이디어톤 뒤에)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집주인 알림톡 공지사항 카테고리 확장(방역 등 +2개) · 배달용기 우선 노출 · 보증금/민원 안내 카피 다듬기 · 언어 확대(태국어·몽골어) · AI 카메라 인식 · 위치기반 지도 · 자유 텍스트/음성 챗봇(LLM 연동) · 대학·지자체 연계 B2G 확장 · 집주인 실제 섭외 및 QR 실배포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버림 (하지 않는다)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웹 배포(Vercel 등) 및 QR 실물 인쇄·부착 · 외부 사용자(실제 유학생·집주인) 대상 검증(팀 내부 테스트로 대체) · 비자·등록금 등 학사 일정 통합 · 방역·수도·소음·주차 등 알림톡 카테고리 무제한 확장(5개 템플릿 상한 고정)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552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화면 개수: 4개 (집주인 알림톡 생성기[루트 "/"] · 언어 선택 · 메인/아이콘 검색 · 결과 카드[QR·카톡링크 공용])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3493008"/>
            <a:ext cx="66294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11078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설계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4505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카테고리별 상황 버튼(쓰레기 2·퇴실 1·공지 2) 선택 → 4개국어 미리보기 확인 → 전체 복사, 세입자용 링크(/guide)도 복사 [구현 완료 · 루트 "/"]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템플릿 ID로 5개 템플릿 데이터 중 4개국어 문장을 조합해 렌더링, 클립보드 복사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집주인 알림톡 템플릿 5개×4개국어(LANDLORD_TEMPLATES)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선택(/guide) 후 오늘의 요일 신호등 확인 → FAQ 챗 버튼(4개) 또는 품목 아이콘 30개 중 선택 [구현 완료]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언어를 저장해 전체 화면 텍스트 자동 치환, 요일로 신호등 판정, FAQ 클릭 시 답변 노출, 선택 품목 ID로 결과 화면 라우팅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리스트 30개(4개국어), 요일별 배출 규칙(예시), FAQ 4개(4개국어), 언어별 UI 문자열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아이콘 클릭해 진입, 카테고리 확인 [구현 완료 · 집주인 알림톡 링크로 진입하는 공용 라우팅은 다음 단계]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쿼리 파라미터(?item=품목ID)로 데이터를 조회해 렌더링. 상세 배출법·집주인 알림톡 공용 라우팅은 다음 세션에서 구현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데이터(아이콘·이름·카테고리, 4개국어) — 상세 배출 규정은 익산시 자료 확보 후 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59" y="201168"/>
            <a:ext cx="10109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완료 체크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올바른 팀 폴더에서 실행했다 (pwd 확인)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생성 전에 계획을 읽고 승인했다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브라우저에 첫 화면이 떴다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터미널에 에러가 없다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화면을 캡처해 워크시트에 붙였다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폴더 위치 (팀원 전원이 알 것): https://github.com/pocket03/BAECHURI-3-Sec-Waste-Guide/tree/main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761488"/>
            <a:ext cx="52578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D8B7B1-480E-16A0-2263-10BCB31127C3}"/>
              </a:ext>
            </a:extLst>
          </p:cNvPr>
          <p:cNvSpPr txBox="1"/>
          <p:nvPr/>
        </p:nvSpPr>
        <p:spPr>
          <a:xfrm>
            <a:off x="2628900" y="25839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DD6BE0-BA55-D20C-2193-23F4F874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68" y="0"/>
            <a:ext cx="4220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1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777</Words>
  <Application>Microsoft Office PowerPoint</Application>
  <PresentationFormat>화면 슬라이드 쇼(16:9)</PresentationFormat>
  <Paragraphs>65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상화 이</cp:lastModifiedBy>
  <cp:revision>1</cp:revision>
  <dcterms:created xsi:type="dcterms:W3CDTF">2026-07-29T15:22:02Z</dcterms:created>
  <dcterms:modified xsi:type="dcterms:W3CDTF">2026-08-12T09:32:14Z</dcterms:modified>
</cp:coreProperties>
</file>